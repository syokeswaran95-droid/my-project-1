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in Daily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is Artificial Intelligence?</a:t>
            </a:r>
          </a:p>
          <a:p>
            <a:pPr lvl="1"/>
            <a:r>
              <a:t>How AI helps people in everyday activities</a:t>
            </a:r>
          </a:p>
          <a:p>
            <a:pPr lvl="1"/>
            <a:r>
              <a:t>Examples of AI around us</a:t>
            </a:r>
          </a:p>
        </p:txBody>
      </p:sp>
      <p:pic>
        <p:nvPicPr>
          <p:cNvPr id="4" name="Picture 3" descr="ai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Smartphones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Voice assistants like Siri and Google Assistant</a:t>
            </a:r>
          </a:p>
          <a:p>
            <a:pPr lvl="1"/>
            <a:r>
              <a:t>Face recognition for unlocking phones</a:t>
            </a:r>
          </a:p>
          <a:p>
            <a:pPr lvl="1"/>
            <a:r>
              <a:t>Smart photo organization</a:t>
            </a:r>
          </a:p>
        </p:txBody>
      </p:sp>
      <p:pic>
        <p:nvPicPr>
          <p:cNvPr id="4" name="Picture 3" descr="ai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Smart Homes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Smart speakers and home assistants</a:t>
            </a:r>
          </a:p>
          <a:p>
            <a:pPr lvl="1"/>
            <a:r>
              <a:t>Automatic lighting and temperature control</a:t>
            </a:r>
          </a:p>
          <a:p>
            <a:pPr lvl="1"/>
            <a:r>
              <a:t>Security cameras with AI detection</a:t>
            </a:r>
          </a:p>
        </p:txBody>
      </p:sp>
      <p:pic>
        <p:nvPicPr>
          <p:cNvPr id="4" name="Picture 3" descr="ai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Disease detection using AI</a:t>
            </a:r>
          </a:p>
          <a:p>
            <a:pPr lvl="1"/>
            <a:r>
              <a:t>Health monitoring apps</a:t>
            </a:r>
          </a:p>
          <a:p>
            <a:pPr lvl="1"/>
            <a:r>
              <a:t>AI helping doctors analyze medical data</a:t>
            </a:r>
          </a:p>
        </p:txBody>
      </p:sp>
      <p:pic>
        <p:nvPicPr>
          <p:cNvPr id="4" name="Picture 3" descr="ai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Transportation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Navigation apps suggesting fastest routes</a:t>
            </a:r>
          </a:p>
          <a:p>
            <a:pPr lvl="1"/>
            <a:r>
              <a:t>Self‑driving car technology</a:t>
            </a:r>
          </a:p>
          <a:p>
            <a:pPr lvl="1"/>
            <a:r>
              <a:t>Traffic prediction systems</a:t>
            </a:r>
          </a:p>
        </p:txBody>
      </p:sp>
      <p:pic>
        <p:nvPicPr>
          <p:cNvPr id="4" name="Picture 3" descr="ai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Personalized learning apps</a:t>
            </a:r>
          </a:p>
          <a:p>
            <a:pPr lvl="1"/>
            <a:r>
              <a:t>AI tutors and chatbots</a:t>
            </a:r>
          </a:p>
          <a:p>
            <a:pPr lvl="1"/>
            <a:r>
              <a:t>Automatic grading systems</a:t>
            </a:r>
          </a:p>
        </p:txBody>
      </p:sp>
      <p:pic>
        <p:nvPicPr>
          <p:cNvPr id="4" name="Picture 3" descr="ai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 is becoming part of everyday life</a:t>
            </a:r>
          </a:p>
          <a:p>
            <a:pPr lvl="1"/>
            <a:r>
              <a:t>It helps make tasks easier and faster</a:t>
            </a:r>
          </a:p>
          <a:p>
            <a:pPr lvl="1"/>
            <a:r>
              <a:t>Future will include even more AI technologies</a:t>
            </a:r>
          </a:p>
        </p:txBody>
      </p:sp>
      <p:pic>
        <p:nvPicPr>
          <p:cNvPr id="4" name="Picture 3" descr="ai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631743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